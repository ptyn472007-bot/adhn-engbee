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PROJECT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— Học từ vựng tiếng Anh thông minh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 án web học tiếng Anh miễn phí cho người Việt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01 / 07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53949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63500" dist="25400" dir="5400000">
              <a:srgbClr val="E8D7B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269748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 Vấn đề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" y="315468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64408"/>
            <a:ext cx="5065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mới học khó nhớ từ vựng, mau quên khi không ôn lại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 công cụ học và kiểm tra miễn phí, dễ dùng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3949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806450000" dist="322580000" dir="324000000000">
              <a:srgbClr val="E8D7B0">
                <a:alpha val="45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64224" y="269748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 Giải pháp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64224" y="315468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264408"/>
            <a:ext cx="5065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bằng Flashcard lật thẻ + phát âm chuẩn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Quiz trắc nghiệm tự chấm điểm, theo dõi tiến độ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53949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0241915000000" dist="4096766000000" dir="19440000000000000">
              <a:srgbClr val="E8D7B0">
                <a:alpha val="4500000000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" y="452628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👥  Đối tượng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6384" y="498348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093208"/>
            <a:ext cx="5065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sinh, sinh viên mới học tiếng Anh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đi làm tự học tại nhà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949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30072320500000000" dist="52028928200000000" dir="1.1664e+21">
              <a:srgbClr val="E8D7B0">
                <a:alpha val="450000000000000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64224" y="4526280"/>
            <a:ext cx="5102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 Kho từ vựng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64224" y="498348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5093208"/>
            <a:ext cx="5065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 chủ đề ✕ 50 từ = 600 từ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 phiên âm IPA, nghĩa, ví dụ, giọng đọc chuẩn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172200"/>
            <a:ext cx="10972800" cy="457200"/>
          </a:xfrm>
          <a:prstGeom prst="roundRect">
            <a:avLst>
              <a:gd name="adj" fmla="val 50000"/>
            </a:avLst>
          </a:prstGeom>
          <a:solidFill>
            <a:srgbClr val="FFF0CE"/>
          </a:solidFill>
          <a:ln w="12700">
            <a:solidFill>
              <a:srgbClr val="F2DC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Đội ngũ thực hiện:  Minh Hao  ·  Bùi Tùng Dương  ·  Yen Nhi  ·  Nguyễn Xuân Anh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CHỨC NĂNG CHÍNH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 tính năng chính của EngBee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02 / 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65191847035e+21" dist="660767388140000000000" dir="6.9984e+25">
              <a:srgbClr val="E8D7B0">
                <a:alpha val="4.5e+2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🃏  Flashcard lật thẻ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" y="306324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17296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theo chủ đề, lật thẻ xem nghĩa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514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2.0979364573445003e+25" dist="8.391745829378e+24" dir="4.19904e+30">
              <a:srgbClr val="E8D7B0">
                <a:alpha val="4.5e+2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83864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🔉  Phát âm chuẩn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83864" y="306324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3502152" y="317296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 âm IPA + giọng đọc (Web Speech)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514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2.6643793008275154e+29" dist="1.0657517203310059e+29" dir="2.519424e+35">
              <a:srgbClr val="E8D7B0">
                <a:alpha val="4.5e+3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18504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✅  Đánh dấu “đã thuộc”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18504" y="306324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792" y="317296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 độ lưu theo từng chủ đề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25146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3.3837617120509443e+33" dist="1.3535046848203775e+33" dir="1.5116544e+40">
              <a:srgbClr val="E8D7B0">
                <a:alpha val="4.5e+3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53144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📝  Quiz 10 câu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53144" y="306324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9171432" y="317296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đáp án, trộn câu hỏi ngẫu nhiên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4.297377374304699e+37" dist="1.7189509497218795e+37" dir="9.069926400000001e+44">
              <a:srgbClr val="E8D7B0">
                <a:alpha val="4.5e+4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" y="4480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🏆  Kỷ lục &amp; lịch sử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" y="493776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504748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 cao nhất /10, xem các lượt chơi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43891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5.457669265366968e+41" dist="2.183067706146787e+41" dir="5.44195584e+49">
              <a:srgbClr val="E8D7B0">
                <a:alpha val="4.5e+4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83864" y="4480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📊  Dashboard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83864" y="493776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3502152" y="504748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đã thuộc, tiến độ %, kỷ lục, reset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3891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6.93123996701605e+45" dist="2.7724959868064195e+45" dir="3.2651735040000005e+54">
              <a:srgbClr val="E8D7B0">
                <a:alpha val="4.5e+54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18504" y="4480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👤  Đăng nhập bằng tên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18504" y="493776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504748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riêng từng người, nút Đăng xuất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06840" y="43891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8.802674758110384e+49" dist="3.5210699032441527e+49" dir="1.9591041024000004e+59">
              <a:srgbClr val="E8D7B0">
                <a:alpha val="4.5e+5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53144" y="4480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🛠  Trang quản trị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153144" y="4937760"/>
            <a:ext cx="1132942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2" name="Text 40"/>
          <p:cNvSpPr/>
          <p:nvPr/>
        </p:nvSpPr>
        <p:spPr>
          <a:xfrm>
            <a:off x="9171432" y="5047488"/>
            <a:ext cx="23682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vựng, chủ đề, người học, kết quả, backup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6172200"/>
            <a:ext cx="11109960" cy="457200"/>
          </a:xfrm>
          <a:prstGeom prst="roundRect">
            <a:avLst>
              <a:gd name="adj" fmla="val 50000"/>
            </a:avLst>
          </a:prstGeom>
          <a:solidFill>
            <a:srgbClr val="FFF0CE"/>
          </a:solidFill>
          <a:ln w="12700">
            <a:solidFill>
              <a:srgbClr val="F2DC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1722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Tất cả hoạt động ngay trên trình duyệt, không cần cài đặt ứng dụng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MVP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MVP — Đã làm, đang giới hạn, ngoài phạm vi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03 / 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36576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1179396942800187e+54" dist="4.471758777120074e+53" dir="1.1754624614400003e+64">
              <a:srgbClr val="E8D7B0">
                <a:alpha val="4.5e+6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" y="260604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✅  Đã hoàn thành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172968"/>
            <a:ext cx="332841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600 từ / 12 chủ đề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Flashcard lật thẻ + phát âm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Quiz ngẫu nhiên + chấm % + kỷ lục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 lượt chơi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tiến độ cá nhân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nhập tên + đăng xuất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Admin: thêm/sửa/xóa từ, ẩn chủ đề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Xuất/nhập backup dữ liệu JSON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514600"/>
            <a:ext cx="36576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419783411735624e+58" dist="5.679133646942494e+57" dir="7.052774768640002e+68">
              <a:srgbClr val="E8D7B0">
                <a:alpha val="4.5e+6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8264" y="260604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⚠️  Giới hạn hiện tại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826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3172968"/>
            <a:ext cx="332841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tài khoản mật khẩu (chỉ nhập tên)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gắn với từng trình duyệt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hiện 15 lượt quiz gần nhất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duyệt từ theo tên đăng nhập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 cao nhất tính riêng theo tên người học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2514600"/>
            <a:ext cx="36576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8031249329042424e+62" dist="7.212499731616968e+61" dir="4.2316648611840007e+73">
              <a:srgbClr val="E8D7B0">
                <a:alpha val="4.5e+7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47304" y="260604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✂️  Cắt / ngoài MVP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4730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8165592" y="3172968"/>
            <a:ext cx="332841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Ôn tập theo lịch nhắc lại (spaced repetition)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Game thi đua, xếp hạng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 trợ đa ngôn ngữ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 khoản + mật khẩu bảo mật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Nhập từ vựng và tạo bài học của riêng người dùng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6172200"/>
            <a:ext cx="11155680" cy="457200"/>
          </a:xfrm>
          <a:prstGeom prst="roundRect">
            <a:avLst>
              <a:gd name="adj" fmla="val 50000"/>
            </a:avLst>
          </a:prstGeom>
          <a:solidFill>
            <a:srgbClr val="EFE5FA"/>
          </a:solidFill>
          <a:ln w="12700">
            <a:solidFill>
              <a:srgbClr val="D9C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 MVP làm đúng, đủ các luồng học – ôn – kiểm tra – theo dõi – quản trị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· GIẢI PHÁP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 tảng kỹ thuật của EngBee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04 / 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544068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2.289968664788388e+66" dist="9.15987465915355e+65" dir="2.5389989167104004e+78">
              <a:srgbClr val="E8D7B0">
                <a:alpha val="4.5e+7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" y="2606040"/>
            <a:ext cx="5148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🖥️  Giao diện (Frontend)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172968"/>
            <a:ext cx="511149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 + CSS + JavaScript thuần (Vanilla JS)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chủ là SPA (index.html + src/main.js)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28 trang tĩnh: learn · quiz · dashboard · admin · login…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bằng Vite → thư mục dist/ để triển khai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55321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2.908260204281253e+70" dist="1.1633040817125008e+70" dir="1.5233993500262402e+83">
              <a:srgbClr val="E8D7B0">
                <a:alpha val="4.5e+8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72784" y="260604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💾  Dữ liệu &amp; đồng bộ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3172968"/>
            <a:ext cx="520293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từ vựng: data.js — 12 topics ✕ 50 từ {en, ipa, vi, ex, exvi}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theo tên người dùng: engbee_learned_&lt;user&gt;_&lt;topic&gt;, engbee_quiz_best_&lt;user&gt;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 quiz: eb_quiz_history · registry: engbee_users · admin: engbee_admin_*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 nhẹ Node + 8 API /api/* + CSDL file JSON (data/engbee_db.json)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989320"/>
            <a:ext cx="5486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3.693490459437191e+74" dist="1.477396183774876e+74" dir="9.14039610015744e+87">
              <a:srgbClr val="E8D7B0">
                <a:alpha val="4.5e+8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6080760"/>
            <a:ext cx="5193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🗂️  Ghi chú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" y="653796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6647688"/>
            <a:ext cx="515721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words.json tồn tại nhưng không được dùng — dữ liệu thật nằm trong data.js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5989320"/>
            <a:ext cx="5532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4.690732883485232e+78" dist="1.8762931533940924e+78" dir="5.484237660094465e+92">
              <a:srgbClr val="E8D7B0">
                <a:alpha val="4.5e+9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2784" y="608076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🔐  Hai vai trên hệ thống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2784" y="653796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6647688"/>
            <a:ext cx="520293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học: nhập tên hiển thị, không mật khẩu  ·  Quản trị: admin / admin123 (phiên 8 giờ)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· DEMO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 trình diễn chính (3–5 phút)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05 / 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566928" cy="566928"/>
          </a:xfrm>
          <a:prstGeom prst="ellipse">
            <a:avLst/>
          </a:prstGeom>
          <a:solidFill>
            <a:srgbClr val="4C2A8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17320" y="2560320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5.957230762026245e+82" dist="2.3828923048104974e+82" dir="3.2905425960566786e+97">
              <a:srgbClr val="E8D7B0">
                <a:alpha val="4.5e+9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63624" y="2651760"/>
            <a:ext cx="9857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Bước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63624" y="310896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1581912" y="3218688"/>
            <a:ext cx="9820656" cy="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chủ → chọn chủ đề “Travel” (600 từ / 12 chủ đề)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02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17320" y="3456432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7.565683067773332e+86" dist="3.0262732271093317e+86" dir="1.9743255576340073e+102">
              <a:srgbClr val="E8D7B0">
                <a:alpha val="4.5e+10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63624" y="3547872"/>
            <a:ext cx="9857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Bước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63624" y="4005072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1581912" y="4114800"/>
            <a:ext cx="9820656" cy="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Flashcard: lật thẻ xem nghĩa – nghe phát âm – đánh dấu “đã thuộc”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4C2A8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982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17320" y="4352544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9.608417496072131e+90" dist="3.8433669984288512e+90" dir="1.1845953345804043e+107">
              <a:srgbClr val="E8D7B0">
                <a:alpha val="4.5e+10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63624" y="4443984"/>
            <a:ext cx="9857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Bước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63624" y="4901184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1581912" y="5010912"/>
            <a:ext cx="9820656" cy="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Quiz 10 câu (4 đáp án, trộn ngẫu nhiên) → xem kết quả % + kỷ lục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294376"/>
            <a:ext cx="566928" cy="5669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94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17320" y="5248656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2202690220011606e+95" dist="4.8810760880046414e+94" dir="7.107572007482426e+111">
              <a:srgbClr val="E8D7B0">
                <a:alpha val="4.4999999999999995e+114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63624" y="5340096"/>
            <a:ext cx="9857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Bước 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63624" y="5797296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1581912" y="5907024"/>
            <a:ext cx="9820656" cy="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Dashboard: tổng từ đã thuộc, tiến độ %, điểm cao nhất /10, lịch sử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603504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549741657941474e+99" dist="6.198966631765894e+98" dir="4.2645432044894554e+116">
              <a:srgbClr val="E8D7B0">
                <a:alpha val="4.4999999999999995e+119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" y="6126480"/>
            <a:ext cx="10771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🛠️  Demo quản trị (tùy chọn)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" y="658368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" y="6693408"/>
            <a:ext cx="10735056" cy="-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nhập admin/admin123 → thêm/sửa từ, ẩn chủ đề, xem danh sách người học &amp; kết quả quiz, tải backup JSON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 · TEAM &amp; GIT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 ngũ và cách làm việc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06 / 07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viên &amp; vai trò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52928"/>
            <a:ext cx="55321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1.9681719055856718e+103" dist="7.872687622342685e+102" dir="2.5587259226936733e+121">
              <a:srgbClr val="E8D7B0">
                <a:alpha val="4.4999999999999995e+12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962656"/>
            <a:ext cx="475488" cy="47548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962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 Hao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 trò: ……… (bạn tự điền)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55321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2.4995783200938032e+107" dist="9.998313280375211e+106" dir="1.535235553616204e+126">
              <a:srgbClr val="E8D7B0">
                <a:alpha val="4.4999999999999995e+12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767328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7307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Bùi Tùng Dương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 trò: ……… (bạn tự điền)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462272"/>
            <a:ext cx="55321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3.17446446651913e+111" dist="1.2697857866076517e+111" dir="9.211413321697224e+130">
              <a:srgbClr val="E8D7B0">
                <a:alpha val="4.5e+13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72000"/>
            <a:ext cx="475488" cy="47548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572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5354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Yen Nhi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71600" y="4828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 trò: ……… (bạn tự điền)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266944"/>
            <a:ext cx="553212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4.0315698724792955e+115" dist="1.6126279489917177e+115" dir="5.526847993018334e+135">
              <a:srgbClr val="E8D7B0">
                <a:alpha val="4.5e+13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5376672"/>
            <a:ext cx="475488" cy="47548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376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340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Nguyễn Xuân Anh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71600" y="5632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 trò: ……… (bạn tự điền)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 &amp; GitHub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66560" y="2852928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5.120093738048705e+119" dist="2.0480374952194813e+119" dir="3.3161087958110005e+140">
              <a:srgbClr val="E8D7B0">
                <a:alpha val="4.5e+14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12864" y="2944368"/>
            <a:ext cx="4553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🌿  Quy trình &amp; GitHub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912864" y="3401568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6" name="Text 34"/>
          <p:cNvSpPr/>
          <p:nvPr/>
        </p:nvSpPr>
        <p:spPr>
          <a:xfrm>
            <a:off x="6931152" y="3511296"/>
            <a:ext cx="4517136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 (dán link tại đây)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71 commits · các nhánh: main, dashboard, duongne, sửa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Phối hợp qua Pull Request, merge nhiều nhánh song song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 khăn kỹ thuật: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đồng bộ dữ liệu nhiều máy (localStorage ↔ server)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xung đột khi merge nhiều nhánh cùng sửa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phân chia công việc theo module rõ ràng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6126480"/>
            <a:ext cx="11018520" cy="457200"/>
          </a:xfrm>
          <a:prstGeom prst="roundRect">
            <a:avLst>
              <a:gd name="adj" fmla="val 50000"/>
            </a:avLst>
          </a:prstGeom>
          <a:solidFill>
            <a:srgbClr val="FFF0CE"/>
          </a:solidFill>
          <a:ln w="12700">
            <a:solidFill>
              <a:srgbClr val="F2DC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612648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thành viên phụ trách một module chính và luân phiên rà soát mã của nhau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280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128016"/>
          </a:xfrm>
          <a:prstGeom prst="rect">
            <a:avLst/>
          </a:prstGeom>
          <a:solidFill>
            <a:srgbClr val="4C2A8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411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457200"/>
            <a:ext cx="1828800" cy="402336"/>
          </a:xfrm>
          <a:prstGeom prst="roundRect">
            <a:avLst>
              <a:gd name="adj" fmla="val 125000"/>
            </a:avLst>
          </a:prstGeom>
          <a:solidFill>
            <a:srgbClr val="4C2A85"/>
          </a:solidFill>
          <a:ln w="12700">
            <a:solidFill>
              <a:srgbClr val="C9B0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 · KẾT LUẬN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2A8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đạt được &amp; hướng phát triển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554480" cy="822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6510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EngBee  ·  07 / 07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553212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6.502519047321855e+123" dist="2.6010076189287412e+123" dir="1.9896652774866004e+145">
              <a:srgbClr val="E8D7B0">
                <a:alpha val="4.5e+14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" y="260604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✅  Đạt được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172968"/>
            <a:ext cx="5202936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 thiện MVP đủ luồng: học – ôn – kiểm tra – theo dõi – quản trị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hoàn toàn trên trình duyệt, không cần cài đặt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600 từ vựng kèm IPA, ví dụ, phát âm chuẩn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cá nhân hóa theo từng người học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 kiểm soát kho từ vựng và xem thống kê người học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251460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2DCA6"/>
            </a:solidFill>
            <a:prstDash val="solid"/>
          </a:ln>
          <a:effectLst>
            <a:outerShdw sx="100000" sy="100000" kx="0" ky="0" algn="bl" rotWithShape="0" blurRad="8.258199190098756e+127" dist="3.303279676039501e+127" dir="1.1937991664919603e+150">
              <a:srgbClr val="E8D7B0">
                <a:alpha val="4.5e+1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92824" y="2606040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🚀  Tiếp theo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92824" y="3063240"/>
            <a:ext cx="146304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3172968"/>
            <a:ext cx="4882896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Ôn tập theo lịch nhắc lại (spaced repetition)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 khoản + mật khẩu thật, bảo mật phiên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Thống kê nâng cao: biểu đồ, so sánh tiến độ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 responsive trên điện thoại (PWA)</a:t>
            </a:r>
            <a:endParaRPr lang="en-US" sz="1100" dirty="0"/>
          </a:p>
          <a:p>
            <a:pPr marL="342900" indent="-342900">
              <a:lnSpc>
                <a:spcPts val="112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2A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người dùng tự tạo bộ từ riêng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94360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4C2A8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94360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🐝  “Học vui, nhớ lâu — EngBee”  ·  Cảm ơn thầy cô và các bạn đã lắng nghe!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EngBee - Hoc tu vung tieng Anh</dc:title>
  <dc:subject>Do an bao ve</dc:subject>
  <dc:creator>Nhom EngBee</dc:creator>
  <cp:lastModifiedBy>Nhom EngBee</cp:lastModifiedBy>
  <cp:revision>1</cp:revision>
  <dcterms:created xsi:type="dcterms:W3CDTF">2026-10-14T00:57:15Z</dcterms:created>
  <dcterms:modified xsi:type="dcterms:W3CDTF">2026-10-14T00:57:15Z</dcterms:modified>
</cp:coreProperties>
</file>